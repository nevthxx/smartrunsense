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 autoAdjust="0"/>
    <p:restoredTop sz="94623" autoAdjust="0"/>
  </p:normalViewPr>
  <p:slideViewPr>
    <p:cSldViewPr>
      <p:cViewPr varScale="1">
        <p:scale>
          <a:sx n="76" d="100"/>
          <a:sy n="76" d="100"/>
        </p:scale>
        <p:origin x="66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712F9D-B9EC-193D-1662-42B6BA00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41"/>
            <a:ext cx="16256000" cy="9073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87FC5C-5B14-B2A5-0C2D-45ED4E5D8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" y="-1082"/>
            <a:ext cx="16256000" cy="9073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3FE38-D6DF-1A87-0E19-47ED4F770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00" y="1371600"/>
            <a:ext cx="2057400" cy="3183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1DCAB9-4577-6C37-DFC4-36E080CE56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013" t="27840" r="22874" b="22733"/>
          <a:stretch>
            <a:fillRect/>
          </a:stretch>
        </p:blipFill>
        <p:spPr>
          <a:xfrm rot="16200000">
            <a:off x="2717801" y="5046131"/>
            <a:ext cx="2819400" cy="1905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D1E317-35B7-E708-3CB5-F2FE469C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1" b="7000"/>
          <a:stretch>
            <a:fillRect/>
          </a:stretch>
        </p:blipFill>
        <p:spPr>
          <a:xfrm>
            <a:off x="6765925" y="1878118"/>
            <a:ext cx="2711307" cy="53623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6F29E7-2235-CD97-5655-36D111ABFB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01" b="7000"/>
          <a:stretch>
            <a:fillRect/>
          </a:stretch>
        </p:blipFill>
        <p:spPr>
          <a:xfrm>
            <a:off x="11557000" y="1852718"/>
            <a:ext cx="2724150" cy="5387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047902-7CCB-AF74-D2B6-8A46B17FE4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01" b="7000"/>
          <a:stretch>
            <a:fillRect/>
          </a:stretch>
        </p:blipFill>
        <p:spPr>
          <a:xfrm>
            <a:off x="2075392" y="1827317"/>
            <a:ext cx="2724150" cy="5387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4B35E6-0439-48D2-3240-1E7ADEA3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19502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07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Nevhara Hathurusinghe</cp:lastModifiedBy>
  <cp:revision>7</cp:revision>
  <dcterms:created xsi:type="dcterms:W3CDTF">2006-08-16T00:00:00Z</dcterms:created>
  <dcterms:modified xsi:type="dcterms:W3CDTF">2026-03-20T09:59:49Z</dcterms:modified>
</cp:coreProperties>
</file>